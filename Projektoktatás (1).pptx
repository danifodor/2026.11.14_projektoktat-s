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262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312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648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108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731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285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395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550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83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293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6127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2888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5935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898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1214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5242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333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3660B0-F957-45D9-A483-9FF3865F77B4}" type="datetimeFigureOut">
              <a:rPr lang="hu-HU" smtClean="0"/>
              <a:t>2025. 11. 27.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DA6EFA-449B-4616-AA5A-ECC6D7072FD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797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DE04-CFB0-B9C4-7BC0-5B26F3390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Projektoktatás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6F2C8-CD1F-FF82-29CB-21AE0EFCC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57196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8D05-6EB6-C6E8-1882-33683731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Projektoktatás története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BBC2-0C18-4CA8-A1E8-B74608BF1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Dewey és a pragmatizmus: tanulás cselekvés által</a:t>
            </a:r>
          </a:p>
          <a:p>
            <a:r>
              <a:rPr lang="hu-HU" dirty="0"/>
              <a:t>Kilpatric: „Project Method”, 1918</a:t>
            </a:r>
          </a:p>
          <a:p>
            <a:r>
              <a:rPr lang="hu-HU" dirty="0"/>
              <a:t>Politechnikai pedagógia hatásai</a:t>
            </a:r>
          </a:p>
          <a:p>
            <a:r>
              <a:rPr lang="hu-HU" dirty="0"/>
              <a:t>Reformpedagógiai irányzatok megerősödése</a:t>
            </a:r>
          </a:p>
        </p:txBody>
      </p:sp>
    </p:spTree>
    <p:extLst>
      <p:ext uri="{BB962C8B-B14F-4D97-AF65-F5344CB8AC3E}">
        <p14:creationId xmlns:p14="http://schemas.microsoft.com/office/powerpoint/2010/main" val="3276404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6F4B-A1EF-72C7-55CD-F3892542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Projektoktatás fejlődése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DCC6-AE72-CC65-9F9B-67E879E50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1960-80 as évek: Gyakorlati, kooperatív tanulás</a:t>
            </a:r>
          </a:p>
          <a:p>
            <a:r>
              <a:rPr lang="hu-HU" dirty="0"/>
              <a:t>1990-es évektől: kompetenciafejlesztés</a:t>
            </a:r>
          </a:p>
          <a:p>
            <a:r>
              <a:rPr lang="hu-HU" dirty="0"/>
              <a:t>Digitális eszközök megjelenítése</a:t>
            </a:r>
          </a:p>
          <a:p>
            <a:r>
              <a:rPr lang="hu-HU" dirty="0"/>
              <a:t>21. század: PBL világszerte</a:t>
            </a:r>
          </a:p>
        </p:txBody>
      </p:sp>
    </p:spTree>
    <p:extLst>
      <p:ext uri="{BB962C8B-B14F-4D97-AF65-F5344CB8AC3E}">
        <p14:creationId xmlns:p14="http://schemas.microsoft.com/office/powerpoint/2010/main" val="4215214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1B1F-9DC9-AEB7-DEA1-08B87305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projektoktatás kritériumai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618E-CA7D-6CCA-2A6D-C1CF8EACC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Valós probléma vagy kutatási kérdés</a:t>
            </a:r>
          </a:p>
          <a:p>
            <a:r>
              <a:rPr lang="hu-HU" dirty="0"/>
              <a:t>Kézzelfogható végeredmény</a:t>
            </a:r>
          </a:p>
          <a:p>
            <a:r>
              <a:rPr lang="hu-HU" dirty="0"/>
              <a:t>Csoportmunka + egyén felelősség</a:t>
            </a:r>
          </a:p>
          <a:p>
            <a:r>
              <a:rPr lang="hu-HU" dirty="0"/>
              <a:t>Szabadabb tanulói döntések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33157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E9C3-1CAF-C99E-42A0-44998FC0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projektoktatás működése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18FF-14B6-663C-B83A-C5F9355CB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Tanár szerepe: facilitátor</a:t>
            </a:r>
          </a:p>
          <a:p>
            <a:r>
              <a:rPr lang="hu-HU" dirty="0"/>
              <a:t>Tanulók: aktív cselekvők, kutatók</a:t>
            </a:r>
          </a:p>
          <a:p>
            <a:r>
              <a:rPr lang="hu-HU" dirty="0"/>
              <a:t>Nyílt végű feladatok</a:t>
            </a:r>
          </a:p>
        </p:txBody>
      </p:sp>
    </p:spTree>
    <p:extLst>
      <p:ext uri="{BB962C8B-B14F-4D97-AF65-F5344CB8AC3E}">
        <p14:creationId xmlns:p14="http://schemas.microsoft.com/office/powerpoint/2010/main" val="3579933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2DE7-3F3A-440E-0390-F302B9DB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főbb szakaszai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8196-B2BA-60B0-BB5F-1CCC44577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Téma kiválasztás</a:t>
            </a:r>
          </a:p>
          <a:p>
            <a:r>
              <a:rPr lang="hu-HU" dirty="0"/>
              <a:t>Probléma megfogalmazása</a:t>
            </a:r>
          </a:p>
          <a:p>
            <a:r>
              <a:rPr lang="hu-HU" dirty="0"/>
              <a:t>Célok, kérdések meghatározása</a:t>
            </a:r>
          </a:p>
          <a:p>
            <a:r>
              <a:rPr lang="hu-HU" dirty="0"/>
              <a:t>Erőforrások összegyűjtése</a:t>
            </a:r>
          </a:p>
        </p:txBody>
      </p:sp>
    </p:spTree>
    <p:extLst>
      <p:ext uri="{BB962C8B-B14F-4D97-AF65-F5344CB8AC3E}">
        <p14:creationId xmlns:p14="http://schemas.microsoft.com/office/powerpoint/2010/main" val="3871773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CC49-E4F0-7648-F2AF-8170F084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főbb szakaszai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65E70-879A-7477-1A88-C480ADB6D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Tervezés: időbeosztás, szerepek</a:t>
            </a:r>
          </a:p>
          <a:p>
            <a:r>
              <a:rPr lang="hu-HU" dirty="0"/>
              <a:t>Kutatás, adatgyűjtés</a:t>
            </a:r>
          </a:p>
          <a:p>
            <a:r>
              <a:rPr lang="hu-HU" dirty="0"/>
              <a:t>Kísérletek, megfigyelések</a:t>
            </a:r>
          </a:p>
          <a:p>
            <a:r>
              <a:rPr lang="hu-HU" dirty="0"/>
              <a:t>Produktum létrehozása</a:t>
            </a:r>
          </a:p>
        </p:txBody>
      </p:sp>
    </p:spTree>
    <p:extLst>
      <p:ext uri="{BB962C8B-B14F-4D97-AF65-F5344CB8AC3E}">
        <p14:creationId xmlns:p14="http://schemas.microsoft.com/office/powerpoint/2010/main" val="424669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07F5-D736-522F-C62C-DE0FFB33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főbb szakaszai (III)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BAC6-804C-8DAB-E418-6118787C6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Prezentáció: bemutatás tanári/iskolai közösségnek</a:t>
            </a:r>
          </a:p>
          <a:p>
            <a:r>
              <a:rPr lang="hu-HU" dirty="0"/>
              <a:t>Reflexió: mi működött, mi nem?</a:t>
            </a:r>
          </a:p>
          <a:p>
            <a:r>
              <a:rPr lang="hu-HU" dirty="0"/>
              <a:t>Értékelés</a:t>
            </a:r>
          </a:p>
        </p:txBody>
      </p:sp>
    </p:spTree>
    <p:extLst>
      <p:ext uri="{BB962C8B-B14F-4D97-AF65-F5344CB8AC3E}">
        <p14:creationId xmlns:p14="http://schemas.microsoft.com/office/powerpoint/2010/main" val="1741025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9AC1-B1BF-763E-BC66-D2076C30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projektoktatás hagyományos eszközei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7B03F-6C1D-FDD6-E19D-96069D983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Poszterek, tablók, kartonok</a:t>
            </a:r>
          </a:p>
          <a:p>
            <a:r>
              <a:rPr lang="hu-HU" dirty="0"/>
              <a:t>Könyvtári források</a:t>
            </a:r>
          </a:p>
          <a:p>
            <a:r>
              <a:rPr lang="hu-HU" dirty="0"/>
              <a:t>Interjúk, kérdőívek</a:t>
            </a:r>
          </a:p>
          <a:p>
            <a:r>
              <a:rPr lang="hu-HU" dirty="0"/>
              <a:t>Mérések, kísérleti eszközök</a:t>
            </a:r>
          </a:p>
        </p:txBody>
      </p:sp>
    </p:spTree>
    <p:extLst>
      <p:ext uri="{BB962C8B-B14F-4D97-AF65-F5344CB8AC3E}">
        <p14:creationId xmlns:p14="http://schemas.microsoft.com/office/powerpoint/2010/main" val="2261329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BC63-6809-9EB0-49E6-2C4B496D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Projektoktatás digitális eszközei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DC9C-DA91-C4BD-A105-8766093B7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Google Workspace (Docs, Sheets, Slides)</a:t>
            </a:r>
          </a:p>
          <a:p>
            <a:r>
              <a:rPr lang="hu-HU" dirty="0"/>
              <a:t>Canva – kreatív produktumok</a:t>
            </a:r>
          </a:p>
          <a:p>
            <a:r>
              <a:rPr lang="hu-HU" dirty="0"/>
              <a:t>Padlet – ötletgyűjtés</a:t>
            </a:r>
          </a:p>
          <a:p>
            <a:r>
              <a:rPr lang="hu-HU" dirty="0"/>
              <a:t>Trello – projektmenedzsment</a:t>
            </a:r>
          </a:p>
          <a:p>
            <a:r>
              <a:rPr lang="hu-HU" dirty="0"/>
              <a:t>Miro – közös gondolattérkép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36103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</TotalTime>
  <Words>181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Projektoktatás</vt:lpstr>
      <vt:lpstr>Projektoktatás története</vt:lpstr>
      <vt:lpstr>Projektoktatás fejlődése</vt:lpstr>
      <vt:lpstr>A projektoktatás kritériumai</vt:lpstr>
      <vt:lpstr>A projektoktatás működése</vt:lpstr>
      <vt:lpstr>Projekt főbb szakaszai (I)</vt:lpstr>
      <vt:lpstr>Projekt főbb szakaszai (II)</vt:lpstr>
      <vt:lpstr>Projekt főbb szakaszai (III)</vt:lpstr>
      <vt:lpstr>A projektoktatás hagyományos eszközei</vt:lpstr>
      <vt:lpstr>Projektoktatás digitális eszközei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 Fodor</dc:creator>
  <cp:lastModifiedBy>Dani Fodor</cp:lastModifiedBy>
  <cp:revision>1</cp:revision>
  <dcterms:created xsi:type="dcterms:W3CDTF">2025-11-27T16:51:02Z</dcterms:created>
  <dcterms:modified xsi:type="dcterms:W3CDTF">2025-11-27T16:55:18Z</dcterms:modified>
</cp:coreProperties>
</file>